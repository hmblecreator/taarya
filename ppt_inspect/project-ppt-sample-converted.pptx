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7" r:id="rId3"/>
    <p:sldId id="282" r:id="rId4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SimSun" panose="02010600030101010101" pitchFamily="2" charset="-122"/>
        <a:cs typeface="+mn-cs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3;n">
            <a:extLst>
              <a:ext uri="{FF2B5EF4-FFF2-40B4-BE49-F238E27FC236}">
                <a16:creationId xmlns:a16="http://schemas.microsoft.com/office/drawing/2014/main" id="{FFACA05F-8BF4-8388-8557-27E88636E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Google Shape;4;n">
            <a:extLst>
              <a:ext uri="{FF2B5EF4-FFF2-40B4-BE49-F238E27FC236}">
                <a16:creationId xmlns:a16="http://schemas.microsoft.com/office/drawing/2014/main" id="{0E38F0CE-169E-E8B1-9DE4-4B99400924AD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zh-CN">
              <a:sym typeface="Arial" panose="020B0604020202020204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81;p1:notes">
            <a:extLst>
              <a:ext uri="{FF2B5EF4-FFF2-40B4-BE49-F238E27FC236}">
                <a16:creationId xmlns:a16="http://schemas.microsoft.com/office/drawing/2014/main" id="{9508F82F-5BE4-AC04-668C-47EF3453E8A0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zh-CN" sz="110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099" name="Google Shape;82;p1:notes">
            <a:extLst>
              <a:ext uri="{FF2B5EF4-FFF2-40B4-BE49-F238E27FC236}">
                <a16:creationId xmlns:a16="http://schemas.microsoft.com/office/drawing/2014/main" id="{D222EA2F-9FC6-08CD-A07D-A8F8A6A3B4B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273C6A6-92BC-7F17-65A9-A8FBB9C264EC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082108EA-965F-C1A0-6049-3ED736DAFC72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A85BF55B-4816-7A29-D0C0-06D918D534A5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2A45D-88EE-4D20-8B13-F1B8DAB0D0F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372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1AEB7E1-E464-E5EB-D98B-1596E4E0506C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CD951727-59E3-E5E0-B7CC-C1781D33D89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E97C4A6C-0637-0062-A034-6AC9D03B1788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745F7-3C48-496E-8242-9C3E1E1CCF2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66977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7A578A5-109F-8BF2-CFE7-852893536C92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F81ABD54-E3D8-2678-FE8E-0F41F2AE06CF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3CCBAB2F-2999-1777-3A6F-435CB4135EEF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EEBE6-302F-44A0-AC65-1728E2F8749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1855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AE046683-7392-E973-279F-9EA2F45B32FB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09C81C4D-E45C-DE10-241D-721A849E8831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34FB9FE8-2DAB-8B47-B302-B31775F2B7CC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9CF6B-DC96-4B91-997B-71A3142955B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85367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E1EE9878-151C-564B-8EC6-0B7B795E422B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B5D54901-6DE2-EFE2-2901-D79DDCB02BCC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B6E7AFA5-4DA8-1D86-CABF-6FFC09168C8B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3170C-D3D2-4176-B7D8-B206AB0F392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6121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A8D7E14-1A6A-D6EF-37E1-D19A05C71655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FB1BC783-1532-B296-89AD-64ED2ED89248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F02EF045-37AC-1B32-A3EC-471DE12F850A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64A0A-EEAA-4EA1-9307-918D88150EA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1047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;p1">
            <a:extLst>
              <a:ext uri="{FF2B5EF4-FFF2-40B4-BE49-F238E27FC236}">
                <a16:creationId xmlns:a16="http://schemas.microsoft.com/office/drawing/2014/main" id="{7094912B-3FD0-BF38-A651-0C11B9294826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9A617F99-0E58-DB5A-C58D-32CB05D4E56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51FD6815-5DF0-5BC5-1AAA-5C5CE16E6886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144E0F-1B1C-4654-8169-93F1D7E3119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21784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03E9F0FD-47CB-0A4E-F787-2E717366004B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D3ED9283-8309-948B-E781-D63CC949F7F6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04DECC90-C713-9E17-B701-5510B9F34467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2A13B-0B28-405A-B057-3DA33E3FF08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49489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anchor="b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lvl="0"/>
            <a:endParaRPr noProof="0">
              <a:sym typeface="Calibri" panose="020F0502020204030204"/>
            </a:endParaRPr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B6A6D74F-82C7-81BE-20CC-5CF3664116A7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3FCBFE57-1CFE-EFF5-95C9-96D7B8D4CC40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44814ED5-EE00-B145-0324-93C494A2499B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6BD27-78E5-4102-BEBB-82BC35E4FB6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1911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2C8016EE-72EE-8B5C-1D8C-1DF7C361ACEA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16048953-312D-7C1D-5083-EAC76621B207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2064ABBC-9FA8-1240-B58B-BE346EE7F61C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8FD42-F6DF-48FD-9A4C-DD95E4DF3FD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6518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8BBC6DC6-7177-AA0C-8B87-47BDC7BD1CE7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Google Shape;9;p1">
            <a:extLst>
              <a:ext uri="{FF2B5EF4-FFF2-40B4-BE49-F238E27FC236}">
                <a16:creationId xmlns:a16="http://schemas.microsoft.com/office/drawing/2014/main" id="{C492B726-00D7-0B47-5A66-AA3F4C30BEB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Google Shape;10;p1">
            <a:extLst>
              <a:ext uri="{FF2B5EF4-FFF2-40B4-BE49-F238E27FC236}">
                <a16:creationId xmlns:a16="http://schemas.microsoft.com/office/drawing/2014/main" id="{8EF2AE14-DC6B-FB4E-3BFE-3AD64F9212B6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734C55-2389-4211-B760-4B5AC8F4C5E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158755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Google Shape;8;p1">
            <a:extLst>
              <a:ext uri="{FF2B5EF4-FFF2-40B4-BE49-F238E27FC236}">
                <a16:creationId xmlns:a16="http://schemas.microsoft.com/office/drawing/2014/main" id="{8E3CE736-323D-E28C-24A6-7A8F5F95D13E}"/>
              </a:ext>
            </a:extLst>
          </p:cNvPr>
          <p:cNvSpPr txBox="1">
            <a:spLocks noGrp="1"/>
          </p:cNvSpPr>
          <p:nvPr>
            <p:ph type="dt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Google Shape;9;p1">
            <a:extLst>
              <a:ext uri="{FF2B5EF4-FFF2-40B4-BE49-F238E27FC236}">
                <a16:creationId xmlns:a16="http://schemas.microsoft.com/office/drawing/2014/main" id="{902E3EE8-8EEC-2DC9-49F5-6B9C41E44717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Google Shape;10;p1">
            <a:extLst>
              <a:ext uri="{FF2B5EF4-FFF2-40B4-BE49-F238E27FC236}">
                <a16:creationId xmlns:a16="http://schemas.microsoft.com/office/drawing/2014/main" id="{B3B4F932-F533-D69A-53FA-993BCE22E213}"/>
              </a:ext>
            </a:extLst>
          </p:cNvPr>
          <p:cNvSpPr txBox="1">
            <a:spLocks noGrp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24507-2E80-44C9-BB61-40CB4CA0828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99513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6;p1">
            <a:extLst>
              <a:ext uri="{FF2B5EF4-FFF2-40B4-BE49-F238E27FC236}">
                <a16:creationId xmlns:a16="http://schemas.microsoft.com/office/drawing/2014/main" id="{BB27528E-D1C9-1BB4-F93D-90AF7030F624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zh-CN">
              <a:sym typeface="Arial" panose="020B0604020202020204" pitchFamily="34" charset="0"/>
            </a:endParaRPr>
          </a:p>
        </p:txBody>
      </p:sp>
      <p:sp>
        <p:nvSpPr>
          <p:cNvPr id="1027" name="Google Shape;7;p1">
            <a:extLst>
              <a:ext uri="{FF2B5EF4-FFF2-40B4-BE49-F238E27FC236}">
                <a16:creationId xmlns:a16="http://schemas.microsoft.com/office/drawing/2014/main" id="{88B471FE-3FFB-2420-5D07-6F658BCA5970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zh-CN">
              <a:sym typeface="Arial" panose="020B0604020202020204" pitchFamily="34" charset="0"/>
            </a:endParaRPr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FA2AC7CC-1B02-D5D9-F920-1F6268EB6A7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itchFamily="34" charset="0"/>
                <a:ea typeface="+mn-ea"/>
                <a:cs typeface="Calibri" pitchFamily="34" charset="0"/>
                <a:sym typeface="Calibri" pitchFamily="34" charset="0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Google Shape;9;p1">
            <a:extLst>
              <a:ext uri="{FF2B5EF4-FFF2-40B4-BE49-F238E27FC236}">
                <a16:creationId xmlns:a16="http://schemas.microsoft.com/office/drawing/2014/main" id="{B5A9FB79-1679-90BC-55E2-33F4026909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itchFamily="34" charset="0"/>
                <a:ea typeface="+mn-ea"/>
                <a:cs typeface="Calibri" pitchFamily="34" charset="0"/>
                <a:sym typeface="Calibri" pitchFamily="34" charset="0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8F8F2F77-4C23-220D-078D-4516FB3733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70597DCB-15E4-4075-B402-5CFBB81C1A9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indent="-3429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1pPr>
      <a:lvl2pPr marL="742950" lvl="1" indent="-28575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2pPr>
      <a:lvl3pPr marL="1143000" lvl="2" indent="-228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•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3pPr>
      <a:lvl4pPr marL="1600200" lvl="3" indent="-228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–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4pPr>
      <a:lvl5pPr marL="2057400" lvl="4" indent="-2286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84;p13">
            <a:extLst>
              <a:ext uri="{FF2B5EF4-FFF2-40B4-BE49-F238E27FC236}">
                <a16:creationId xmlns:a16="http://schemas.microsoft.com/office/drawing/2014/main" id="{843E96BB-6BBF-1649-BB55-DE8D44F84AF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765175"/>
            <a:ext cx="9144000" cy="2387600"/>
          </a:xfrm>
        </p:spPr>
        <p:txBody>
          <a:bodyPr/>
          <a:lstStyle/>
          <a:p>
            <a:pPr>
              <a:defRPr/>
            </a:pPr>
            <a:r>
              <a:rPr lang="en-US" sz="4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MUST BE IN BLOOMS LEVEL 6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Google Shape;85;p13">
            <a:extLst>
              <a:ext uri="{FF2B5EF4-FFF2-40B4-BE49-F238E27FC236}">
                <a16:creationId xmlns:a16="http://schemas.microsoft.com/office/drawing/2014/main" id="{B29E3FD8-7DFA-8F07-C513-852743EC5A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8763" y="3429000"/>
            <a:ext cx="9144000" cy="29527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r>
              <a:rPr lang="en-US" altLang="en-US" noProof="1">
                <a:latin typeface="Calibri" panose="020F0502020204030204" pitchFamily="34" charset="0"/>
                <a:cs typeface="Calibri" panose="020F0502020204030204" pitchFamily="34" charset="0"/>
              </a:rPr>
              <a:t>Presented By</a:t>
            </a:r>
          </a:p>
          <a:p>
            <a:pPr marL="0" indent="0"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defRPr/>
            </a:pPr>
            <a:endParaRPr lang="en-US" altLang="en-US" noProof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defRPr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(Enrollment number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                                   </a:t>
            </a:r>
            <a:r>
              <a:rPr lang="en-US" altLang="en-US" sz="1800" noProof="1">
                <a:latin typeface="Calibri" panose="020F0502020204030204" pitchFamily="34" charset="0"/>
                <a:cs typeface="Calibri" panose="020F0502020204030204" pitchFamily="34" charset="0"/>
              </a:rPr>
              <a:t>Under Guidance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							Guide Name</a:t>
            </a:r>
          </a:p>
          <a:p>
            <a:pPr algn="l"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Designation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C2AA3607-A927-7CF8-BDD7-D97582006C7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985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3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4B3AC-38C5-1543-4005-2D859610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313"/>
            <a:ext cx="10401300" cy="481965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1. Introduction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Problem Definition.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Feasibility Study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Need and Significance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2. Literature Survey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Existing Theoretical and Methodological contributions to the proposed work.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pPr marL="571500" lvl="1" indent="0" eaLnBrk="1" hangingPunct="1">
              <a:buFont typeface="Arial" panose="020B0604020202020204" pitchFamily="34" charset="0"/>
              <a:buNone/>
              <a:defRPr/>
            </a:pP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3.Design Analysis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  Flowchart, ER Diagram, Use case Diagram (if any)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4. Proposed Methodology in brief 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Hardware and Software Requirements</a:t>
            </a: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Proposed Model/ Methodology</a:t>
            </a: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Screenshot of running module (optional)</a:t>
            </a:r>
          </a:p>
          <a:p>
            <a:pPr lvl="1" eaLnBrk="1" hangingPunct="1">
              <a:defRPr/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Scope of the project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fontAlgn="auto" hangingPunct="1">
              <a:buFont typeface="Arial" panose="020B0604020202020204"/>
              <a:buNone/>
              <a:defRPr/>
            </a:pPr>
            <a:endParaRPr lang="en-IN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D3B35-2081-4343-1A90-3477B5FFB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08050"/>
            <a:ext cx="9361488" cy="5268913"/>
          </a:xfrm>
        </p:spPr>
        <p:txBody>
          <a:bodyPr/>
          <a:lstStyle/>
          <a:p>
            <a:pPr marL="914400">
              <a:spcBef>
                <a:spcPts val="0"/>
              </a:spcBef>
              <a:defRPr/>
            </a:pPr>
            <a:r>
              <a:rPr lang="en-US" sz="1600" b="1" dirty="0">
                <a:latin typeface="Times New Roman" panose="02020603050405020304" pitchFamily="18" charset="0"/>
              </a:rPr>
              <a:t>Diagrams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914400">
              <a:spcBef>
                <a:spcPts val="0"/>
              </a:spcBef>
              <a:defRPr/>
            </a:pPr>
            <a:r>
              <a:rPr lang="en-US" sz="1600" b="1" dirty="0">
                <a:latin typeface="Times New Roman" panose="02020603050405020304" pitchFamily="18" charset="0"/>
              </a:rPr>
              <a:t>Running Project and Implementation</a:t>
            </a:r>
          </a:p>
          <a:p>
            <a:pPr marL="914400">
              <a:spcBef>
                <a:spcPts val="0"/>
              </a:spcBef>
              <a:defRPr/>
            </a:pPr>
            <a:r>
              <a:rPr lang="en-US" sz="1600" b="1" dirty="0">
                <a:latin typeface="Times New Roman" panose="02020603050405020304" pitchFamily="18" charset="0"/>
              </a:rPr>
              <a:t>Screen shots</a:t>
            </a:r>
          </a:p>
          <a:p>
            <a:pPr marL="914400">
              <a:spcBef>
                <a:spcPts val="0"/>
              </a:spcBef>
              <a:defRPr/>
            </a:pPr>
            <a:r>
              <a:rPr lang="en-US" sz="1600" b="1" dirty="0">
                <a:latin typeface="Times New Roman" panose="02020603050405020304" pitchFamily="18" charset="0"/>
              </a:rPr>
              <a:t>Scope of the project</a:t>
            </a:r>
          </a:p>
          <a:p>
            <a:pPr marL="914400">
              <a:spcBef>
                <a:spcPts val="0"/>
              </a:spcBef>
              <a:defRPr/>
            </a:pPr>
            <a:r>
              <a:rPr lang="en-US" sz="1600" b="1" dirty="0">
                <a:latin typeface="Times New Roman" panose="02020603050405020304" pitchFamily="18" charset="0"/>
              </a:rPr>
              <a:t>Conclusion and future work</a:t>
            </a:r>
            <a:endParaRPr lang="en-US" sz="1600" dirty="0">
              <a:latin typeface="Times New Roman" panose="02020603050405020304" pitchFamily="18" charset="0"/>
            </a:endParaRPr>
          </a:p>
          <a:p>
            <a:pPr marL="914400" algn="just">
              <a:spcBef>
                <a:spcPts val="0"/>
              </a:spcBef>
              <a:defRPr/>
            </a:pPr>
            <a:r>
              <a:rPr lang="en-US" sz="1600" b="1" dirty="0">
                <a:latin typeface="Times New Roman" panose="02020603050405020304" pitchFamily="18" charset="0"/>
              </a:rPr>
              <a:t>References</a:t>
            </a:r>
            <a:endParaRPr lang="en-US" sz="1600" dirty="0"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122</Words>
  <Application>Microsoft Office PowerPoint</Application>
  <PresentationFormat>Widescreen</PresentationFormat>
  <Paragraphs>28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SimSun</vt:lpstr>
      <vt:lpstr>Calibri</vt:lpstr>
      <vt:lpstr>Times New Roman</vt:lpstr>
      <vt:lpstr>Office Theme</vt:lpstr>
      <vt:lpstr>PROJECT TITLE MUST BE IN BLOOMS LEVEL 6</vt:lpstr>
      <vt:lpstr>Content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-CIC 211</dc:title>
  <dc:creator>MISHRA</dc:creator>
  <cp:lastModifiedBy>Amit Kumar</cp:lastModifiedBy>
  <cp:revision>31</cp:revision>
  <dcterms:created xsi:type="dcterms:W3CDTF">2023-08-22T08:51:44Z</dcterms:created>
  <dcterms:modified xsi:type="dcterms:W3CDTF">2026-04-06T13:20:44Z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9C84B48968584544A80D827CEC8C1B1D</vt:lpwstr>
  </property>
  <property fmtid="{D5CDD505-2E9C-101B-9397-08002B2CF9AE}" pid="3" name="KSOProductBuildVer">
    <vt:lpwstr>1033-11.2.0.11417</vt:lpwstr>
  </property>
</Properties>
</file>